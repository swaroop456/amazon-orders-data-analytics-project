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Amazon Orders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Project Documentation Summary</a:t>
            </a:r>
          </a:p>
          <a:p>
            <a:r>
              <a:t>Prepared by: Swaroop Kumar Vathada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Prepared by: Swaroop Kumar Vathada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Dataset: Amazon Orders Dataset</a:t>
            </a:r>
          </a:p>
          <a:p>
            <a:pPr>
              <a:defRPr sz="2000"/>
            </a:pPr>
            <a:r>
              <a:t>• Records Analyzed: 1,13,698+</a:t>
            </a:r>
          </a:p>
          <a:p>
            <a:pPr>
              <a:defRPr sz="2000"/>
            </a:pPr>
            <a:r>
              <a:t>• Period Covered: Jan 2022 – Sep 2022</a:t>
            </a:r>
          </a:p>
          <a:p>
            <a:pPr>
              <a:defRPr sz="2000"/>
            </a:pPr>
            <a:r>
              <a:t>• Objective: Analyze sales trends, customer behavior, and operational performance</a:t>
            </a:r>
          </a:p>
          <a:p>
            <a:pPr>
              <a:defRPr sz="2000"/>
            </a:pPr>
            <a:r>
              <a:t>• Industry Domain: E-Commerce / Fashion Retail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Prepared by: Swaroop Kumar Vathada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Python (Pandas, NumPy, Matplotlib, Seaborn)</a:t>
            </a:r>
          </a:p>
          <a:p>
            <a:pPr>
              <a:defRPr sz="2000"/>
            </a:pPr>
            <a:r>
              <a:t>• Microsoft Excel</a:t>
            </a:r>
          </a:p>
          <a:p>
            <a:pPr>
              <a:defRPr sz="2000"/>
            </a:pPr>
            <a:r>
              <a:t>• MySQL Workbench</a:t>
            </a:r>
          </a:p>
          <a:p>
            <a:pPr>
              <a:defRPr sz="2000"/>
            </a:pPr>
            <a:r>
              <a:t>• Power BI Desktop</a:t>
            </a:r>
          </a:p>
          <a:p>
            <a:pPr>
              <a:defRPr sz="2000"/>
            </a:pPr>
            <a:r>
              <a:t>• Data Cleaning, EDA, SQL Analysis &amp; Dashboarding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Prepared by: Swaroop Kumar Vathada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Total Revenue: INR 75M+</a:t>
            </a:r>
          </a:p>
          <a:p>
            <a:pPr>
              <a:defRPr sz="2000"/>
            </a:pPr>
            <a:r>
              <a:t>• Average Order Value: INR 663</a:t>
            </a:r>
          </a:p>
          <a:p>
            <a:pPr>
              <a:defRPr sz="2000"/>
            </a:pPr>
            <a:r>
              <a:t>• Total Orders: 1,13,698+</a:t>
            </a:r>
          </a:p>
          <a:p>
            <a:pPr>
              <a:defRPr sz="2000"/>
            </a:pPr>
            <a:r>
              <a:t>• Cancellation Rate: 4.95%</a:t>
            </a:r>
          </a:p>
          <a:p>
            <a:pPr>
              <a:defRPr sz="2000"/>
            </a:pPr>
            <a:r>
              <a:t>• Top Category: Kurta / Set</a:t>
            </a:r>
          </a:p>
          <a:p>
            <a:pPr>
              <a:defRPr sz="2000"/>
            </a:pPr>
            <a:r>
              <a:t>• Top State: Maharashtra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Prepared by: Swaroop Kumar Vathada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Kurta &amp; Set categories contribute 77% of total orders</a:t>
            </a:r>
          </a:p>
          <a:p>
            <a:pPr>
              <a:defRPr sz="2000"/>
            </a:pPr>
            <a:r>
              <a:t>• Metro cities generate highest revenue contribution</a:t>
            </a:r>
          </a:p>
          <a:p>
            <a:pPr>
              <a:defRPr sz="2000"/>
            </a:pPr>
            <a:r>
              <a:t>• Promotions drive 2.5x higher revenue</a:t>
            </a:r>
          </a:p>
          <a:p>
            <a:pPr>
              <a:defRPr sz="2000"/>
            </a:pPr>
            <a:r>
              <a:t>• Expedited shipping contributes ~75% revenue</a:t>
            </a:r>
          </a:p>
          <a:p>
            <a:pPr>
              <a:defRPr sz="2000"/>
            </a:pPr>
            <a:r>
              <a:t>• September &amp; May are peak sales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Prepared by: Swaroop Kumar Vathada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&amp; Geographic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Maharashtra, Karnataka &amp; Telangana are top-performing states</a:t>
            </a:r>
          </a:p>
          <a:p>
            <a:pPr>
              <a:defRPr sz="2000"/>
            </a:pPr>
            <a:r>
              <a:t>• Bengaluru, Hyderabad &amp; Mumbai are top revenue cities</a:t>
            </a:r>
          </a:p>
          <a:p>
            <a:pPr>
              <a:defRPr sz="2000"/>
            </a:pPr>
            <a:r>
              <a:t>• B2C customers contribute 99%+ of orders</a:t>
            </a:r>
          </a:p>
          <a:p>
            <a:pPr>
              <a:defRPr sz="2000"/>
            </a:pPr>
            <a:r>
              <a:t>• M, L, XL &amp; XXL are highest selling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Prepared by: Swaroop Kumar Vathada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&amp; Sales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Amazon FBA dominates fulfillment operations</a:t>
            </a:r>
          </a:p>
          <a:p>
            <a:pPr>
              <a:defRPr sz="2000"/>
            </a:pPr>
            <a:r>
              <a:t>• Faster delivery correlates with higher order values</a:t>
            </a:r>
          </a:p>
          <a:p>
            <a:pPr>
              <a:defRPr sz="2000"/>
            </a:pPr>
            <a:r>
              <a:t>• Seasonal demand spikes during festive periods</a:t>
            </a:r>
          </a:p>
          <a:p>
            <a:pPr>
              <a:defRPr sz="2000"/>
            </a:pPr>
            <a:r>
              <a:t>• Lower cancellation rates can recover additional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Prepared by: Swaroop Kumar Vathada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Increase stock for Kurta &amp; Set categories</a:t>
            </a:r>
          </a:p>
          <a:p>
            <a:pPr>
              <a:defRPr sz="2000"/>
            </a:pPr>
            <a:r>
              <a:t>• Focus marketing on top-performing states</a:t>
            </a:r>
          </a:p>
          <a:p>
            <a:pPr>
              <a:defRPr sz="2000"/>
            </a:pPr>
            <a:r>
              <a:t>• Launch promotions during festive seasons</a:t>
            </a:r>
          </a:p>
          <a:p>
            <a:pPr>
              <a:defRPr sz="2000"/>
            </a:pPr>
            <a:r>
              <a:t>• Expand plus-size inventory (3XL &amp; 4XL)</a:t>
            </a:r>
          </a:p>
          <a:p>
            <a:pPr>
              <a:defRPr sz="2000"/>
            </a:pPr>
            <a:r>
              <a:t>• Continue optimizing expedited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Prepared by: Swaroop Kumar Vathada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&amp;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Interactive Power BI Dashboard (5 Pages)</a:t>
            </a:r>
          </a:p>
          <a:p>
            <a:pPr>
              <a:defRPr sz="2000"/>
            </a:pPr>
            <a:r>
              <a:t>• SQL Queries for Business Analysis</a:t>
            </a:r>
          </a:p>
          <a:p>
            <a:pPr>
              <a:defRPr sz="2000"/>
            </a:pPr>
            <a:r>
              <a:t>• Excel KPI Dashboards &amp; Pivot Reports</a:t>
            </a:r>
          </a:p>
          <a:p>
            <a:pPr>
              <a:defRPr sz="2000"/>
            </a:pPr>
            <a:r>
              <a:t>• Python-based Data Cleaning &amp; EDA</a:t>
            </a:r>
          </a:p>
          <a:p>
            <a:pPr>
              <a:defRPr sz="2000"/>
            </a:pPr>
            <a:r>
              <a:t>• Strategic Insights &amp; Recommendations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Prepared by: Swaroop Kumar Vathada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Successfully completed end-to-end Data Analytics project</a:t>
            </a:r>
          </a:p>
          <a:p>
            <a:pPr>
              <a:defRPr sz="2000"/>
            </a:pPr>
            <a:r>
              <a:t>• Generated actionable business insights using real-world data</a:t>
            </a:r>
          </a:p>
          <a:p>
            <a:pPr>
              <a:defRPr sz="2000"/>
            </a:pPr>
            <a:r>
              <a:t>• Improved understanding of customer behavior and sales patterns</a:t>
            </a:r>
          </a:p>
          <a:p>
            <a:pPr>
              <a:defRPr sz="2000"/>
            </a:pPr>
            <a:r>
              <a:t>• Demonstrated analytical, SQL, visualization &amp; reporting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Prepared by: Swaroop Kumar Vathada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